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두산 E0509 로봇암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89B4FA"/>
                </a:solidFill>
              </a:rPr>
              <a:t>ROS2로 움직여보기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3959352" cy="36576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AC2DE"/>
                </a:solidFill>
              </a:rPr>
              <a:t>PyQt5 GUI + ROS2 Humble + Doosan E0509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9B4FA"/>
                </a:solidFill>
              </a:rPr>
              <a:t>github.com/james-choi-k/doosan-e0509-ros2-controller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뭘 만들었냐면요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좌표 입력하면 로봇팔 끝이 거기로 움직이는 프로그램입니다.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C2DE"/>
                </a:solidFill>
              </a:rPr>
              <a:t>GUI로 조작할 수 있고, RViz에서 실시간으로 확인 가능합니다.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3566160" cy="4114800"/>
          </a:xfrm>
          <a:prstGeom prst="rect">
            <a:avLst/>
          </a:prstGeom>
          <a:solidFill>
            <a:srgbClr val="313244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356616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2E"/>
                </a:solidFill>
              </a:rPr>
              <a:t>좌표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C2DE"/>
                </a:solidFill>
              </a:rPr>
              <a:t>x, y, z값 직접 입력
절대/상대 좌표 선택 가능
여러 개 순서대로 이동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377440"/>
            <a:ext cx="3566160" cy="4114800"/>
          </a:xfrm>
          <a:prstGeom prst="rect">
            <a:avLst/>
          </a:prstGeom>
          <a:solidFill>
            <a:srgbClr val="313244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377440"/>
            <a:ext cx="356616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2E"/>
                </a:solidFill>
              </a:rPr>
              <a:t>속도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71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C2DE"/>
                </a:solidFill>
              </a:rPr>
              <a:t>최대 속도랑 가속도를
사용자가 직접 설정
체크박스로 on/off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377440"/>
            <a:ext cx="3566160" cy="4114800"/>
          </a:xfrm>
          <a:prstGeom prst="rect">
            <a:avLst/>
          </a:prstGeom>
          <a:solidFill>
            <a:srgbClr val="313244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377440"/>
            <a:ext cx="356616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1E2E"/>
                </a:solidFill>
              </a:rPr>
              <a:t>실시간 모니터링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71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C2DE"/>
                </a:solidFill>
              </a:rPr>
              <a:t>현재 joint 각도
말단 위치 좌표
동작 로그 실시간 출력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개발 환경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6858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286000" cy="6858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4416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Ubuntu 22.04 (WSL2)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11274552" cy="685800"/>
          </a:xfrm>
          <a:prstGeom prst="rect">
            <a:avLst/>
          </a:prstGeom>
          <a:solidFill>
            <a:srgbClr val="28283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2286000" cy="6858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9397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언어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9397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Python 3.10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88336"/>
            <a:ext cx="11274552" cy="6858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88336"/>
            <a:ext cx="2286000" cy="6858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437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ROS2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4378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Humble Hawksbill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38144"/>
            <a:ext cx="11274552" cy="685800"/>
          </a:xfrm>
          <a:prstGeom prst="rect">
            <a:avLst/>
          </a:prstGeom>
          <a:solidFill>
            <a:srgbClr val="28283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38144"/>
            <a:ext cx="2286000" cy="6858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93591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GUI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593591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PyQt5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87952"/>
            <a:ext cx="11274552" cy="6858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87952"/>
            <a:ext cx="2286000" cy="6858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시뮬레이터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3434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dsr_bringup2 + Docker 에뮬레이터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11274552" cy="685800"/>
          </a:xfrm>
          <a:prstGeom prst="rect">
            <a:avLst/>
          </a:prstGeom>
          <a:solidFill>
            <a:srgbClr val="28283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2286000" cy="6858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93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1E2E"/>
                </a:solidFill>
              </a:rPr>
              <a:t>로봇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0932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Doosan E0509 (6축)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52160"/>
            <a:ext cx="11274552" cy="64008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E2AF"/>
                </a:solidFill>
              </a:rPr>
              <a:t>※  Docker 없으면 시뮬레이션 모드로 자동 전환됩니다 (ROS2 없어도 GUI는 돌아감)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화면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03520" cy="5394960"/>
          </a:xfrm>
          <a:prstGeom prst="rect">
            <a:avLst/>
          </a:prstGeom>
          <a:solidFill>
            <a:srgbClr val="313244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왼쪽 — 조작하는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029200" cy="7772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절대/상대 좌표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75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콤보박스로 선택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5029200" cy="7772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목표지점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443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X Y Z 직접 타이핑, 여러개 추가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5029200" cy="7772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속도/가속도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130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체크박스 + 숫자 입력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5029200" cy="7772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실행 / 정지 버튼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817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실행하면 별도 스레드로 동작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5029200" cy="7772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12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진행률 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504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몇번째 지점 이동중인지 표시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97280"/>
            <a:ext cx="5486400" cy="5394960"/>
          </a:xfrm>
          <a:prstGeom prst="rect">
            <a:avLst/>
          </a:prstGeom>
          <a:solidFill>
            <a:srgbClr val="313244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오른쪽 — 상태 확인하는 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691640"/>
            <a:ext cx="5212080" cy="10058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7647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연결 상태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194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연결됨 / 끊김 / 이동중 표시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788920"/>
            <a:ext cx="5212080" cy="10058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862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현재 위치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918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X Y Z mm 단위로 실시간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86200"/>
            <a:ext cx="5212080" cy="10058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593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Joint 각도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89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J1~J6 각도값 실시간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983480"/>
            <a:ext cx="5212080" cy="1005840"/>
          </a:xfrm>
          <a:prstGeom prst="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0566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로그창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486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AC2DE"/>
                </a:solidFill>
              </a:rPr>
              <a:t>언제 어디로 이동했는지 기록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코드가 어떻게 생겼냐면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97480" cy="4572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</a:rPr>
              <a:t>DoosanRobotNode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97480" cy="4754880"/>
          </a:xfrm>
          <a:prstGeom prst="rect">
            <a:avLst/>
          </a:prstGeom>
          <a:solidFill>
            <a:srgbClr val="313244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ROS2 노드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joint_states 토픽 구독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MoveLine 서비스로 이동 명령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ROS2 없으면 시뮬레이션으로 대체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097280"/>
            <a:ext cx="269748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1430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</a:rPr>
              <a:t>MotionWorker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554480"/>
            <a:ext cx="2697480" cy="4754880"/>
          </a:xfrm>
          <a:prstGeom prst="rect">
            <a:avLst/>
          </a:prstGeom>
          <a:solidFill>
            <a:srgbClr val="313244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QThread 상속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이동 명령 별도 스레드에서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97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GUI 안 멈추게 하려고 분리함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중간에 정지 버튼 누르면 멈춤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097280"/>
            <a:ext cx="269748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1430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</a:rPr>
              <a:t>TargetRow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54480"/>
            <a:ext cx="2697480" cy="4754880"/>
          </a:xfrm>
          <a:prstGeom prst="rect">
            <a:avLst/>
          </a:prstGeom>
          <a:solidFill>
            <a:srgbClr val="313244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목표지점 한 줄짜리 위젯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X Y Z 입력칸이랑 삭제버튼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97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여러개 동적으로 추가/삭제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097280"/>
            <a:ext cx="269748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1430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</a:rPr>
              <a:t>MainWindow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554480"/>
            <a:ext cx="2697480" cy="4754880"/>
          </a:xfrm>
          <a:prstGeom prst="rect">
            <a:avLst/>
          </a:prstGeom>
          <a:solidFill>
            <a:srgbClr val="313244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메인 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194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왼쪽/오른쪽 레이아웃 구성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697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100ms마다 상태값 갱신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C2DE"/>
                </a:solidFill>
              </a:rPr>
              <a:t>• 로그 출력 담당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실행하는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E2E"/>
                </a:solidFill>
              </a:rPr>
              <a:t>터미널 1  (시뮬레이터)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394960" cy="2286000"/>
          </a:xfrm>
          <a:prstGeom prst="rect">
            <a:avLst/>
          </a:prstGeom>
          <a:solidFill>
            <a:srgbClr val="11111B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>source ~/ros2_ws/install/setup.bash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951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>ros2 launch dsr_bringup2 \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426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>  dsr_bringup2_rviz.launch.py \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>  model:=e0509 mode:=virtual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394960" cy="4114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43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E2E"/>
                </a:solidFill>
              </a:rPr>
              <a:t>터미널 2  (GUI 실행)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5394960" cy="2286000"/>
          </a:xfrm>
          <a:prstGeom prst="rect">
            <a:avLst/>
          </a:prstGeom>
          <a:solidFill>
            <a:srgbClr val="11111B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>cd ~/ros2_ws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>colcon build --packages-select 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>  my_ros2_assignment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7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>source install/setup.bash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E3A1"/>
                </a:solidFill>
              </a:rPr>
              <a:t>ros2 run my_ros2_assignment my_node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11274552" cy="41148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E2AF"/>
                </a:solidFill>
              </a:rPr>
              <a:t>이 순서대로 하면 됩니다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1828800" cy="1645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26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E2E"/>
                </a:solidFill>
              </a:rPr>
              <a:t>터미널 1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0749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41448" y="4480560"/>
            <a:ext cx="1828800" cy="1645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4526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E2E"/>
                </a:solidFill>
              </a:rPr>
              <a:t>RViz 뜰 때까지 대기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50749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25696" y="4480560"/>
            <a:ext cx="1828800" cy="1645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526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6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E2E"/>
                </a:solidFill>
              </a:rPr>
              <a:t>터미널 2 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50749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9944" y="4480560"/>
            <a:ext cx="1828800" cy="1645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526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E2E"/>
                </a:solidFill>
              </a:rPr>
              <a:t>GUI에서 좌표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50749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94192" y="4480560"/>
            <a:ext cx="1828800" cy="164592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2" y="4526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2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E2E"/>
                </a:solidFill>
              </a:rPr>
              <a:t>실행 버튼 클릭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2992" y="50749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78440" y="4480560"/>
            <a:ext cx="1828800" cy="164592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4526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5029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1E2E"/>
                </a:solidFill>
              </a:rPr>
              <a:t>RViz에서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아쉬운 점이랑 더 하고싶은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2E"/>
                </a:solidFill>
              </a:rPr>
              <a:t>잘 된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394960" cy="4754880"/>
          </a:xfrm>
          <a:prstGeom prst="rect">
            <a:avLst/>
          </a:prstGeom>
          <a:solidFill>
            <a:srgbClr val="313244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</a:rPr>
              <a:t>✓  ROS2 패키지 빌드 잘 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</a:rPr>
              <a:t>✓  GUI 동작함 (절대/상대 좌표, 속도 설정 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523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</a:rPr>
              <a:t>✓  별도 스레드로 이동 명령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826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</a:rPr>
              <a:t>✓  실시간 joint 각도 / 위치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130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</a:rPr>
              <a:t>✓  ROS2 없어도 시뮬레이션으로 돌아감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</a:rPr>
              <a:t>✓  dsr MoveLine 서비스 연결 코드 작성 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394960" cy="4114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43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2E"/>
                </a:solidFill>
              </a:rPr>
              <a:t>아쉬운 것들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08760"/>
            <a:ext cx="5394960" cy="2560320"/>
          </a:xfrm>
          <a:prstGeom prst="rect">
            <a:avLst/>
          </a:prstGeom>
          <a:solidFill>
            <a:srgbClr val="313244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8BA8"/>
                </a:solidFill>
              </a:rPr>
              <a:t>✗  Docker 에뮬레이터 연결이 불안정함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8BA8"/>
                </a:solidFill>
              </a:rPr>
              <a:t>✗  RViz에서 실제로 움직이는거 확인 못함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8BA8"/>
                </a:solidFill>
              </a:rPr>
              <a:t>✗  IK 계산이 정확하지 않음 (근사치)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06240"/>
            <a:ext cx="5394960" cy="41148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2E"/>
                </a:solidFill>
              </a:rPr>
              <a:t>더 해보고싶은 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617720"/>
            <a:ext cx="5394960" cy="1645920"/>
          </a:xfrm>
          <a:prstGeom prst="rect">
            <a:avLst/>
          </a:prstGeom>
          <a:solidFill>
            <a:srgbClr val="313244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E2AF"/>
                </a:solidFill>
              </a:rPr>
              <a:t>→  MoveIt2로 충돌 회피 경로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30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E2AF"/>
                </a:solidFill>
              </a:rPr>
              <a:t>→  그리퍼 제어 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7058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E2AF"/>
                </a:solidFill>
              </a:rPr>
              <a:t>→  경로 저장/불러오기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